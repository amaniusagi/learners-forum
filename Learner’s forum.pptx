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69B039-781C-41FA-8C44-F75E77DBCE1E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AAE60D-A607-45E2-A0E8-F4606B6BD631}">
      <dgm:prSet phldrT="[Text]"/>
      <dgm:spPr/>
      <dgm:t>
        <a:bodyPr/>
        <a:lstStyle/>
        <a:p>
          <a:pPr algn="ctr"/>
          <a:r>
            <a:rPr lang="en-US"/>
            <a:t>Business Modelling</a:t>
          </a:r>
        </a:p>
      </dgm:t>
    </dgm:pt>
    <dgm:pt modelId="{0FDBE103-87BC-4084-AFE4-C409C7071833}" type="parTrans" cxnId="{CEF45BF9-183F-4BA0-A157-B7A67417D2B5}">
      <dgm:prSet/>
      <dgm:spPr/>
      <dgm:t>
        <a:bodyPr/>
        <a:lstStyle/>
        <a:p>
          <a:pPr algn="ctr"/>
          <a:endParaRPr lang="en-US"/>
        </a:p>
      </dgm:t>
    </dgm:pt>
    <dgm:pt modelId="{93AD02F7-08A7-4150-BE7F-B6DD958681E2}" type="sibTrans" cxnId="{CEF45BF9-183F-4BA0-A157-B7A67417D2B5}">
      <dgm:prSet/>
      <dgm:spPr/>
      <dgm:t>
        <a:bodyPr/>
        <a:lstStyle/>
        <a:p>
          <a:pPr algn="ctr"/>
          <a:endParaRPr lang="en-US"/>
        </a:p>
      </dgm:t>
    </dgm:pt>
    <dgm:pt modelId="{C1B4BF3F-7794-4645-8968-E27268DADAFF}">
      <dgm:prSet phldrT="[Text]"/>
      <dgm:spPr/>
      <dgm:t>
        <a:bodyPr/>
        <a:lstStyle/>
        <a:p>
          <a:pPr algn="ctr"/>
          <a:r>
            <a:rPr lang="en-US"/>
            <a:t>Data Modelling</a:t>
          </a:r>
        </a:p>
      </dgm:t>
    </dgm:pt>
    <dgm:pt modelId="{1F02F828-A507-42B2-A3E1-3F8032D8F1CC}" type="parTrans" cxnId="{A372196A-DFC1-4259-9095-7C6092876CF9}">
      <dgm:prSet/>
      <dgm:spPr/>
      <dgm:t>
        <a:bodyPr/>
        <a:lstStyle/>
        <a:p>
          <a:pPr algn="ctr"/>
          <a:endParaRPr lang="en-US"/>
        </a:p>
      </dgm:t>
    </dgm:pt>
    <dgm:pt modelId="{F1407BDB-50EF-4E02-9529-F2AD448B4D47}" type="sibTrans" cxnId="{A372196A-DFC1-4259-9095-7C6092876CF9}">
      <dgm:prSet/>
      <dgm:spPr/>
      <dgm:t>
        <a:bodyPr/>
        <a:lstStyle/>
        <a:p>
          <a:pPr algn="ctr"/>
          <a:endParaRPr lang="en-US"/>
        </a:p>
      </dgm:t>
    </dgm:pt>
    <dgm:pt modelId="{67D70393-ECE1-4CD6-B619-D490785A4433}">
      <dgm:prSet phldrT="[Text]"/>
      <dgm:spPr/>
      <dgm:t>
        <a:bodyPr/>
        <a:lstStyle/>
        <a:p>
          <a:pPr algn="ctr"/>
          <a:r>
            <a:rPr lang="en-US"/>
            <a:t>Process Modelling</a:t>
          </a:r>
        </a:p>
      </dgm:t>
    </dgm:pt>
    <dgm:pt modelId="{82715769-B8CD-480A-A605-205EBDBD4F1F}" type="parTrans" cxnId="{ECD2AA4F-C004-4346-A069-306D18A35C8F}">
      <dgm:prSet/>
      <dgm:spPr/>
      <dgm:t>
        <a:bodyPr/>
        <a:lstStyle/>
        <a:p>
          <a:pPr algn="ctr"/>
          <a:endParaRPr lang="en-US"/>
        </a:p>
      </dgm:t>
    </dgm:pt>
    <dgm:pt modelId="{52133FA9-49D8-424C-B9A4-DE629AE3621B}" type="sibTrans" cxnId="{ECD2AA4F-C004-4346-A069-306D18A35C8F}">
      <dgm:prSet/>
      <dgm:spPr/>
      <dgm:t>
        <a:bodyPr/>
        <a:lstStyle/>
        <a:p>
          <a:pPr algn="ctr"/>
          <a:endParaRPr lang="en-US"/>
        </a:p>
      </dgm:t>
    </dgm:pt>
    <dgm:pt modelId="{B7F8881C-6EAF-44D0-8BE8-5D49FF017C74}">
      <dgm:prSet phldrT="[Text]"/>
      <dgm:spPr/>
      <dgm:t>
        <a:bodyPr/>
        <a:lstStyle/>
        <a:p>
          <a:pPr algn="ctr"/>
          <a:r>
            <a:rPr lang="en-US"/>
            <a:t>Application Generation</a:t>
          </a:r>
        </a:p>
      </dgm:t>
    </dgm:pt>
    <dgm:pt modelId="{3232AD52-51C5-4E2C-B771-9D3947934A97}" type="parTrans" cxnId="{D7BBB79E-ECB0-48F1-8ED0-B6011E51C42D}">
      <dgm:prSet/>
      <dgm:spPr/>
      <dgm:t>
        <a:bodyPr/>
        <a:lstStyle/>
        <a:p>
          <a:pPr algn="ctr"/>
          <a:endParaRPr lang="en-US"/>
        </a:p>
      </dgm:t>
    </dgm:pt>
    <dgm:pt modelId="{EC77C479-36B6-4D62-A505-C607BB215CFF}" type="sibTrans" cxnId="{D7BBB79E-ECB0-48F1-8ED0-B6011E51C42D}">
      <dgm:prSet/>
      <dgm:spPr/>
      <dgm:t>
        <a:bodyPr/>
        <a:lstStyle/>
        <a:p>
          <a:pPr algn="ctr"/>
          <a:endParaRPr lang="en-US"/>
        </a:p>
      </dgm:t>
    </dgm:pt>
    <dgm:pt modelId="{99C30C2A-71E9-477A-A4BD-2BC12627ECA5}">
      <dgm:prSet phldrT="[Text]"/>
      <dgm:spPr/>
      <dgm:t>
        <a:bodyPr/>
        <a:lstStyle/>
        <a:p>
          <a:pPr algn="ctr"/>
          <a:r>
            <a:rPr lang="en-US"/>
            <a:t>Testing and Turnover</a:t>
          </a:r>
        </a:p>
      </dgm:t>
    </dgm:pt>
    <dgm:pt modelId="{B25172E0-549A-436A-8C2D-C5F7289A2146}" type="parTrans" cxnId="{F18005AC-D8C9-49A8-A265-4C4D243622CA}">
      <dgm:prSet/>
      <dgm:spPr/>
      <dgm:t>
        <a:bodyPr/>
        <a:lstStyle/>
        <a:p>
          <a:pPr algn="ctr"/>
          <a:endParaRPr lang="en-US"/>
        </a:p>
      </dgm:t>
    </dgm:pt>
    <dgm:pt modelId="{C93B3141-E9C7-4E88-90E2-012B55C3D0F6}" type="sibTrans" cxnId="{F18005AC-D8C9-49A8-A265-4C4D243622CA}">
      <dgm:prSet/>
      <dgm:spPr/>
      <dgm:t>
        <a:bodyPr/>
        <a:lstStyle/>
        <a:p>
          <a:pPr algn="ctr"/>
          <a:endParaRPr lang="en-US"/>
        </a:p>
      </dgm:t>
    </dgm:pt>
    <dgm:pt modelId="{F400FAF0-3315-452D-88F0-B22E3930524F}" type="pres">
      <dgm:prSet presAssocID="{2869B039-781C-41FA-8C44-F75E77DBCE1E}" presName="rootnode" presStyleCnt="0">
        <dgm:presLayoutVars>
          <dgm:chMax/>
          <dgm:chPref/>
          <dgm:dir/>
          <dgm:animLvl val="lvl"/>
        </dgm:presLayoutVars>
      </dgm:prSet>
      <dgm:spPr/>
    </dgm:pt>
    <dgm:pt modelId="{EC55CC2F-DB34-47A7-B331-B16353ADC9CC}" type="pres">
      <dgm:prSet presAssocID="{88AAE60D-A607-45E2-A0E8-F4606B6BD631}" presName="composite" presStyleCnt="0"/>
      <dgm:spPr/>
    </dgm:pt>
    <dgm:pt modelId="{B39E6621-D9EC-4847-9B9C-A8B9B5898FC7}" type="pres">
      <dgm:prSet presAssocID="{88AAE60D-A607-45E2-A0E8-F4606B6BD631}" presName="bentUpArrow1" presStyleLbl="alignImgPlace1" presStyleIdx="0" presStyleCnt="4"/>
      <dgm:spPr/>
    </dgm:pt>
    <dgm:pt modelId="{A4D3726B-BF97-4950-88A5-373F3C341F10}" type="pres">
      <dgm:prSet presAssocID="{88AAE60D-A607-45E2-A0E8-F4606B6BD631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2FC2B42C-3D85-4FAC-B081-9A2D7B1EFDEA}" type="pres">
      <dgm:prSet presAssocID="{88AAE60D-A607-45E2-A0E8-F4606B6BD631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FF5CA129-951B-411C-B56F-E2E034D21D2D}" type="pres">
      <dgm:prSet presAssocID="{93AD02F7-08A7-4150-BE7F-B6DD958681E2}" presName="sibTrans" presStyleCnt="0"/>
      <dgm:spPr/>
    </dgm:pt>
    <dgm:pt modelId="{FCF525C0-9510-496E-B22E-A7274FADC749}" type="pres">
      <dgm:prSet presAssocID="{C1B4BF3F-7794-4645-8968-E27268DADAFF}" presName="composite" presStyleCnt="0"/>
      <dgm:spPr/>
    </dgm:pt>
    <dgm:pt modelId="{55ABA8DA-9A08-4821-9E7C-C17D985DA656}" type="pres">
      <dgm:prSet presAssocID="{C1B4BF3F-7794-4645-8968-E27268DADAFF}" presName="bentUpArrow1" presStyleLbl="alignImgPlace1" presStyleIdx="1" presStyleCnt="4"/>
      <dgm:spPr/>
    </dgm:pt>
    <dgm:pt modelId="{F91984EE-72D6-4036-A4FB-FF94A2D5F12B}" type="pres">
      <dgm:prSet presAssocID="{C1B4BF3F-7794-4645-8968-E27268DADAFF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A11CC171-FD2E-404D-AB85-7DFE548DF3E7}" type="pres">
      <dgm:prSet presAssocID="{C1B4BF3F-7794-4645-8968-E27268DADAFF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B655D52B-EC3A-4359-9D52-F305793F83BF}" type="pres">
      <dgm:prSet presAssocID="{F1407BDB-50EF-4E02-9529-F2AD448B4D47}" presName="sibTrans" presStyleCnt="0"/>
      <dgm:spPr/>
    </dgm:pt>
    <dgm:pt modelId="{E7E00BE8-7483-4F84-B031-910F0F61AE3F}" type="pres">
      <dgm:prSet presAssocID="{67D70393-ECE1-4CD6-B619-D490785A4433}" presName="composite" presStyleCnt="0"/>
      <dgm:spPr/>
    </dgm:pt>
    <dgm:pt modelId="{EE6E7BF8-595C-442B-A2C3-52AE24B461EA}" type="pres">
      <dgm:prSet presAssocID="{67D70393-ECE1-4CD6-B619-D490785A4433}" presName="bentUpArrow1" presStyleLbl="alignImgPlace1" presStyleIdx="2" presStyleCnt="4"/>
      <dgm:spPr/>
    </dgm:pt>
    <dgm:pt modelId="{E3065024-04BB-476D-A29B-04B98180B1E4}" type="pres">
      <dgm:prSet presAssocID="{67D70393-ECE1-4CD6-B619-D490785A4433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79A625C5-FE2E-488A-B160-81EE94C045E9}" type="pres">
      <dgm:prSet presAssocID="{67D70393-ECE1-4CD6-B619-D490785A4433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F76D4AE7-4E20-46ED-A66F-0F616EE11A06}" type="pres">
      <dgm:prSet presAssocID="{52133FA9-49D8-424C-B9A4-DE629AE3621B}" presName="sibTrans" presStyleCnt="0"/>
      <dgm:spPr/>
    </dgm:pt>
    <dgm:pt modelId="{ED44A1DF-3182-4F91-B57F-90A05732B9F8}" type="pres">
      <dgm:prSet presAssocID="{B7F8881C-6EAF-44D0-8BE8-5D49FF017C74}" presName="composite" presStyleCnt="0"/>
      <dgm:spPr/>
    </dgm:pt>
    <dgm:pt modelId="{E2AF2DAD-BEC1-4495-8EEF-D1A4E1EEC98B}" type="pres">
      <dgm:prSet presAssocID="{B7F8881C-6EAF-44D0-8BE8-5D49FF017C74}" presName="bentUpArrow1" presStyleLbl="alignImgPlace1" presStyleIdx="3" presStyleCnt="4"/>
      <dgm:spPr/>
    </dgm:pt>
    <dgm:pt modelId="{336933F6-9318-4358-B5F6-D221FD3CE430}" type="pres">
      <dgm:prSet presAssocID="{B7F8881C-6EAF-44D0-8BE8-5D49FF017C74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088766E8-41B1-44A5-8553-28874777C76B}" type="pres">
      <dgm:prSet presAssocID="{B7F8881C-6EAF-44D0-8BE8-5D49FF017C74}" presName="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80B52CFA-D970-4287-BA20-06C310DF8CC2}" type="pres">
      <dgm:prSet presAssocID="{EC77C479-36B6-4D62-A505-C607BB215CFF}" presName="sibTrans" presStyleCnt="0"/>
      <dgm:spPr/>
    </dgm:pt>
    <dgm:pt modelId="{454328FF-4B12-4E05-A16A-ECD328D8AC7B}" type="pres">
      <dgm:prSet presAssocID="{99C30C2A-71E9-477A-A4BD-2BC12627ECA5}" presName="composite" presStyleCnt="0"/>
      <dgm:spPr/>
    </dgm:pt>
    <dgm:pt modelId="{BE66D9A4-5C04-4D74-8330-F9224044D0BE}" type="pres">
      <dgm:prSet presAssocID="{99C30C2A-71E9-477A-A4BD-2BC12627ECA5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A372196A-DFC1-4259-9095-7C6092876CF9}" srcId="{2869B039-781C-41FA-8C44-F75E77DBCE1E}" destId="{C1B4BF3F-7794-4645-8968-E27268DADAFF}" srcOrd="1" destOrd="0" parTransId="{1F02F828-A507-42B2-A3E1-3F8032D8F1CC}" sibTransId="{F1407BDB-50EF-4E02-9529-F2AD448B4D47}"/>
    <dgm:cxn modelId="{0E60E16B-AE6A-4350-A29A-B1B01A5F6C23}" type="presOf" srcId="{C1B4BF3F-7794-4645-8968-E27268DADAFF}" destId="{F91984EE-72D6-4036-A4FB-FF94A2D5F12B}" srcOrd="0" destOrd="0" presId="urn:microsoft.com/office/officeart/2005/8/layout/StepDownProcess"/>
    <dgm:cxn modelId="{ECD2AA4F-C004-4346-A069-306D18A35C8F}" srcId="{2869B039-781C-41FA-8C44-F75E77DBCE1E}" destId="{67D70393-ECE1-4CD6-B619-D490785A4433}" srcOrd="2" destOrd="0" parTransId="{82715769-B8CD-480A-A605-205EBDBD4F1F}" sibTransId="{52133FA9-49D8-424C-B9A4-DE629AE3621B}"/>
    <dgm:cxn modelId="{468E3074-11CC-4D7D-A9DF-AB44A6F0EF7F}" type="presOf" srcId="{B7F8881C-6EAF-44D0-8BE8-5D49FF017C74}" destId="{336933F6-9318-4358-B5F6-D221FD3CE430}" srcOrd="0" destOrd="0" presId="urn:microsoft.com/office/officeart/2005/8/layout/StepDownProcess"/>
    <dgm:cxn modelId="{BDFD4086-969A-4DC8-87A2-17931B351053}" type="presOf" srcId="{67D70393-ECE1-4CD6-B619-D490785A4433}" destId="{E3065024-04BB-476D-A29B-04B98180B1E4}" srcOrd="0" destOrd="0" presId="urn:microsoft.com/office/officeart/2005/8/layout/StepDownProcess"/>
    <dgm:cxn modelId="{D7BBB79E-ECB0-48F1-8ED0-B6011E51C42D}" srcId="{2869B039-781C-41FA-8C44-F75E77DBCE1E}" destId="{B7F8881C-6EAF-44D0-8BE8-5D49FF017C74}" srcOrd="3" destOrd="0" parTransId="{3232AD52-51C5-4E2C-B771-9D3947934A97}" sibTransId="{EC77C479-36B6-4D62-A505-C607BB215CFF}"/>
    <dgm:cxn modelId="{EC5DF7A2-80EF-4BFC-AB36-FCD3D0B7E58A}" type="presOf" srcId="{2869B039-781C-41FA-8C44-F75E77DBCE1E}" destId="{F400FAF0-3315-452D-88F0-B22E3930524F}" srcOrd="0" destOrd="0" presId="urn:microsoft.com/office/officeart/2005/8/layout/StepDownProcess"/>
    <dgm:cxn modelId="{F18005AC-D8C9-49A8-A265-4C4D243622CA}" srcId="{2869B039-781C-41FA-8C44-F75E77DBCE1E}" destId="{99C30C2A-71E9-477A-A4BD-2BC12627ECA5}" srcOrd="4" destOrd="0" parTransId="{B25172E0-549A-436A-8C2D-C5F7289A2146}" sibTransId="{C93B3141-E9C7-4E88-90E2-012B55C3D0F6}"/>
    <dgm:cxn modelId="{627D4DC0-BFCD-416E-B606-63D4F20A485E}" type="presOf" srcId="{99C30C2A-71E9-477A-A4BD-2BC12627ECA5}" destId="{BE66D9A4-5C04-4D74-8330-F9224044D0BE}" srcOrd="0" destOrd="0" presId="urn:microsoft.com/office/officeart/2005/8/layout/StepDownProcess"/>
    <dgm:cxn modelId="{1C122DC9-7DB1-4903-ABBF-855230F1951B}" type="presOf" srcId="{88AAE60D-A607-45E2-A0E8-F4606B6BD631}" destId="{A4D3726B-BF97-4950-88A5-373F3C341F10}" srcOrd="0" destOrd="0" presId="urn:microsoft.com/office/officeart/2005/8/layout/StepDownProcess"/>
    <dgm:cxn modelId="{CEF45BF9-183F-4BA0-A157-B7A67417D2B5}" srcId="{2869B039-781C-41FA-8C44-F75E77DBCE1E}" destId="{88AAE60D-A607-45E2-A0E8-F4606B6BD631}" srcOrd="0" destOrd="0" parTransId="{0FDBE103-87BC-4084-AFE4-C409C7071833}" sibTransId="{93AD02F7-08A7-4150-BE7F-B6DD958681E2}"/>
    <dgm:cxn modelId="{C1224CC6-4F59-4EF1-9165-06DED2401783}" type="presParOf" srcId="{F400FAF0-3315-452D-88F0-B22E3930524F}" destId="{EC55CC2F-DB34-47A7-B331-B16353ADC9CC}" srcOrd="0" destOrd="0" presId="urn:microsoft.com/office/officeart/2005/8/layout/StepDownProcess"/>
    <dgm:cxn modelId="{68A1D620-5C4D-46AA-B388-E2CF2F79901D}" type="presParOf" srcId="{EC55CC2F-DB34-47A7-B331-B16353ADC9CC}" destId="{B39E6621-D9EC-4847-9B9C-A8B9B5898FC7}" srcOrd="0" destOrd="0" presId="urn:microsoft.com/office/officeart/2005/8/layout/StepDownProcess"/>
    <dgm:cxn modelId="{25736170-03DC-4D61-98D0-BA5B0250D0D1}" type="presParOf" srcId="{EC55CC2F-DB34-47A7-B331-B16353ADC9CC}" destId="{A4D3726B-BF97-4950-88A5-373F3C341F10}" srcOrd="1" destOrd="0" presId="urn:microsoft.com/office/officeart/2005/8/layout/StepDownProcess"/>
    <dgm:cxn modelId="{5DFC66CE-3A43-4B6A-8ED6-0F95A5FAA3EE}" type="presParOf" srcId="{EC55CC2F-DB34-47A7-B331-B16353ADC9CC}" destId="{2FC2B42C-3D85-4FAC-B081-9A2D7B1EFDEA}" srcOrd="2" destOrd="0" presId="urn:microsoft.com/office/officeart/2005/8/layout/StepDownProcess"/>
    <dgm:cxn modelId="{EC8A49CA-54D9-4AF2-83FB-EC948879DBFF}" type="presParOf" srcId="{F400FAF0-3315-452D-88F0-B22E3930524F}" destId="{FF5CA129-951B-411C-B56F-E2E034D21D2D}" srcOrd="1" destOrd="0" presId="urn:microsoft.com/office/officeart/2005/8/layout/StepDownProcess"/>
    <dgm:cxn modelId="{A0A3E922-2C81-47EF-B92B-1CAB6DEBB7AE}" type="presParOf" srcId="{F400FAF0-3315-452D-88F0-B22E3930524F}" destId="{FCF525C0-9510-496E-B22E-A7274FADC749}" srcOrd="2" destOrd="0" presId="urn:microsoft.com/office/officeart/2005/8/layout/StepDownProcess"/>
    <dgm:cxn modelId="{FA792628-3E22-454C-A18C-007F9E5732C5}" type="presParOf" srcId="{FCF525C0-9510-496E-B22E-A7274FADC749}" destId="{55ABA8DA-9A08-4821-9E7C-C17D985DA656}" srcOrd="0" destOrd="0" presId="urn:microsoft.com/office/officeart/2005/8/layout/StepDownProcess"/>
    <dgm:cxn modelId="{86DEA6FB-0179-4AE1-870A-3B8FEBEACAA5}" type="presParOf" srcId="{FCF525C0-9510-496E-B22E-A7274FADC749}" destId="{F91984EE-72D6-4036-A4FB-FF94A2D5F12B}" srcOrd="1" destOrd="0" presId="urn:microsoft.com/office/officeart/2005/8/layout/StepDownProcess"/>
    <dgm:cxn modelId="{C4BCF5E1-0D7A-4F9C-A20A-4E2C967F0BCC}" type="presParOf" srcId="{FCF525C0-9510-496E-B22E-A7274FADC749}" destId="{A11CC171-FD2E-404D-AB85-7DFE548DF3E7}" srcOrd="2" destOrd="0" presId="urn:microsoft.com/office/officeart/2005/8/layout/StepDownProcess"/>
    <dgm:cxn modelId="{C58C81FE-1DBA-4430-A935-D7623C327DB8}" type="presParOf" srcId="{F400FAF0-3315-452D-88F0-B22E3930524F}" destId="{B655D52B-EC3A-4359-9D52-F305793F83BF}" srcOrd="3" destOrd="0" presId="urn:microsoft.com/office/officeart/2005/8/layout/StepDownProcess"/>
    <dgm:cxn modelId="{AFE988DF-BDA8-408B-8B65-04E1E4CEF63F}" type="presParOf" srcId="{F400FAF0-3315-452D-88F0-B22E3930524F}" destId="{E7E00BE8-7483-4F84-B031-910F0F61AE3F}" srcOrd="4" destOrd="0" presId="urn:microsoft.com/office/officeart/2005/8/layout/StepDownProcess"/>
    <dgm:cxn modelId="{D5303A39-B602-460A-95B8-F221C45BD055}" type="presParOf" srcId="{E7E00BE8-7483-4F84-B031-910F0F61AE3F}" destId="{EE6E7BF8-595C-442B-A2C3-52AE24B461EA}" srcOrd="0" destOrd="0" presId="urn:microsoft.com/office/officeart/2005/8/layout/StepDownProcess"/>
    <dgm:cxn modelId="{84D40E0A-28A8-43C8-8169-5142F2DD0DCE}" type="presParOf" srcId="{E7E00BE8-7483-4F84-B031-910F0F61AE3F}" destId="{E3065024-04BB-476D-A29B-04B98180B1E4}" srcOrd="1" destOrd="0" presId="urn:microsoft.com/office/officeart/2005/8/layout/StepDownProcess"/>
    <dgm:cxn modelId="{036C8AA5-C946-4FFE-86BE-B43059828A71}" type="presParOf" srcId="{E7E00BE8-7483-4F84-B031-910F0F61AE3F}" destId="{79A625C5-FE2E-488A-B160-81EE94C045E9}" srcOrd="2" destOrd="0" presId="urn:microsoft.com/office/officeart/2005/8/layout/StepDownProcess"/>
    <dgm:cxn modelId="{E977E33A-B57F-447B-9431-ADCE860F84F6}" type="presParOf" srcId="{F400FAF0-3315-452D-88F0-B22E3930524F}" destId="{F76D4AE7-4E20-46ED-A66F-0F616EE11A06}" srcOrd="5" destOrd="0" presId="urn:microsoft.com/office/officeart/2005/8/layout/StepDownProcess"/>
    <dgm:cxn modelId="{B36E10F8-E580-4C23-89E3-97DE7258E226}" type="presParOf" srcId="{F400FAF0-3315-452D-88F0-B22E3930524F}" destId="{ED44A1DF-3182-4F91-B57F-90A05732B9F8}" srcOrd="6" destOrd="0" presId="urn:microsoft.com/office/officeart/2005/8/layout/StepDownProcess"/>
    <dgm:cxn modelId="{B357E91B-D7DB-4D4A-9E22-3FA7513C61D7}" type="presParOf" srcId="{ED44A1DF-3182-4F91-B57F-90A05732B9F8}" destId="{E2AF2DAD-BEC1-4495-8EEF-D1A4E1EEC98B}" srcOrd="0" destOrd="0" presId="urn:microsoft.com/office/officeart/2005/8/layout/StepDownProcess"/>
    <dgm:cxn modelId="{6DCEE93D-3BF7-4A45-BD1B-788C0D1D4661}" type="presParOf" srcId="{ED44A1DF-3182-4F91-B57F-90A05732B9F8}" destId="{336933F6-9318-4358-B5F6-D221FD3CE430}" srcOrd="1" destOrd="0" presId="urn:microsoft.com/office/officeart/2005/8/layout/StepDownProcess"/>
    <dgm:cxn modelId="{E4486E34-9F96-4A60-8D81-8E1F8C4421A5}" type="presParOf" srcId="{ED44A1DF-3182-4F91-B57F-90A05732B9F8}" destId="{088766E8-41B1-44A5-8553-28874777C76B}" srcOrd="2" destOrd="0" presId="urn:microsoft.com/office/officeart/2005/8/layout/StepDownProcess"/>
    <dgm:cxn modelId="{E6CCCD9B-C94A-4F56-9E40-0D8E80990597}" type="presParOf" srcId="{F400FAF0-3315-452D-88F0-B22E3930524F}" destId="{80B52CFA-D970-4287-BA20-06C310DF8CC2}" srcOrd="7" destOrd="0" presId="urn:microsoft.com/office/officeart/2005/8/layout/StepDownProcess"/>
    <dgm:cxn modelId="{97E32775-B3DB-4320-B3D9-934252710456}" type="presParOf" srcId="{F400FAF0-3315-452D-88F0-B22E3930524F}" destId="{454328FF-4B12-4E05-A16A-ECD328D8AC7B}" srcOrd="8" destOrd="0" presId="urn:microsoft.com/office/officeart/2005/8/layout/StepDownProcess"/>
    <dgm:cxn modelId="{550DA2E9-0081-4832-827B-5DABA49E7BDD}" type="presParOf" srcId="{454328FF-4B12-4E05-A16A-ECD328D8AC7B}" destId="{BE66D9A4-5C04-4D74-8330-F9224044D0BE}" srcOrd="0" destOrd="0" presId="urn:microsoft.com/office/officeart/2005/8/layout/StepDownProcess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9E6621-D9EC-4847-9B9C-A8B9B5898FC7}">
      <dsp:nvSpPr>
        <dsp:cNvPr id="0" name=""/>
        <dsp:cNvSpPr/>
      </dsp:nvSpPr>
      <dsp:spPr>
        <a:xfrm rot="5400000">
          <a:off x="1227439" y="696171"/>
          <a:ext cx="605867" cy="68975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3726B-BF97-4950-88A5-373F3C341F10}">
      <dsp:nvSpPr>
        <dsp:cNvPr id="0" name=""/>
        <dsp:cNvSpPr/>
      </dsp:nvSpPr>
      <dsp:spPr>
        <a:xfrm>
          <a:off x="1066921" y="24555"/>
          <a:ext cx="1019923" cy="713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Business Modelling</a:t>
          </a:r>
        </a:p>
      </dsp:txBody>
      <dsp:txXfrm>
        <a:off x="1101778" y="59412"/>
        <a:ext cx="950209" cy="644199"/>
      </dsp:txXfrm>
    </dsp:sp>
    <dsp:sp modelId="{2FC2B42C-3D85-4FAC-B081-9A2D7B1EFDEA}">
      <dsp:nvSpPr>
        <dsp:cNvPr id="0" name=""/>
        <dsp:cNvSpPr/>
      </dsp:nvSpPr>
      <dsp:spPr>
        <a:xfrm>
          <a:off x="2086844" y="92643"/>
          <a:ext cx="741795" cy="57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ABA8DA-9A08-4821-9E7C-C17D985DA656}">
      <dsp:nvSpPr>
        <dsp:cNvPr id="0" name=""/>
        <dsp:cNvSpPr/>
      </dsp:nvSpPr>
      <dsp:spPr>
        <a:xfrm rot="5400000">
          <a:off x="2073064" y="1498131"/>
          <a:ext cx="605867" cy="68975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1984EE-72D6-4036-A4FB-FF94A2D5F12B}">
      <dsp:nvSpPr>
        <dsp:cNvPr id="0" name=""/>
        <dsp:cNvSpPr/>
      </dsp:nvSpPr>
      <dsp:spPr>
        <a:xfrm>
          <a:off x="1912546" y="826515"/>
          <a:ext cx="1019923" cy="713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 Modelling</a:t>
          </a:r>
        </a:p>
      </dsp:txBody>
      <dsp:txXfrm>
        <a:off x="1947403" y="861372"/>
        <a:ext cx="950209" cy="644199"/>
      </dsp:txXfrm>
    </dsp:sp>
    <dsp:sp modelId="{A11CC171-FD2E-404D-AB85-7DFE548DF3E7}">
      <dsp:nvSpPr>
        <dsp:cNvPr id="0" name=""/>
        <dsp:cNvSpPr/>
      </dsp:nvSpPr>
      <dsp:spPr>
        <a:xfrm>
          <a:off x="2932470" y="894603"/>
          <a:ext cx="741795" cy="57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6E7BF8-595C-442B-A2C3-52AE24B461EA}">
      <dsp:nvSpPr>
        <dsp:cNvPr id="0" name=""/>
        <dsp:cNvSpPr/>
      </dsp:nvSpPr>
      <dsp:spPr>
        <a:xfrm rot="5400000">
          <a:off x="2918689" y="2300092"/>
          <a:ext cx="605867" cy="68975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065024-04BB-476D-A29B-04B98180B1E4}">
      <dsp:nvSpPr>
        <dsp:cNvPr id="0" name=""/>
        <dsp:cNvSpPr/>
      </dsp:nvSpPr>
      <dsp:spPr>
        <a:xfrm>
          <a:off x="2758171" y="1628476"/>
          <a:ext cx="1019923" cy="713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Process Modelling</a:t>
          </a:r>
        </a:p>
      </dsp:txBody>
      <dsp:txXfrm>
        <a:off x="2793028" y="1663333"/>
        <a:ext cx="950209" cy="644199"/>
      </dsp:txXfrm>
    </dsp:sp>
    <dsp:sp modelId="{79A625C5-FE2E-488A-B160-81EE94C045E9}">
      <dsp:nvSpPr>
        <dsp:cNvPr id="0" name=""/>
        <dsp:cNvSpPr/>
      </dsp:nvSpPr>
      <dsp:spPr>
        <a:xfrm>
          <a:off x="3778095" y="1696564"/>
          <a:ext cx="741795" cy="57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AF2DAD-BEC1-4495-8EEF-D1A4E1EEC98B}">
      <dsp:nvSpPr>
        <dsp:cNvPr id="0" name=""/>
        <dsp:cNvSpPr/>
      </dsp:nvSpPr>
      <dsp:spPr>
        <a:xfrm rot="5400000">
          <a:off x="3764314" y="3102052"/>
          <a:ext cx="605867" cy="68975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6933F6-9318-4358-B5F6-D221FD3CE430}">
      <dsp:nvSpPr>
        <dsp:cNvPr id="0" name=""/>
        <dsp:cNvSpPr/>
      </dsp:nvSpPr>
      <dsp:spPr>
        <a:xfrm>
          <a:off x="3603796" y="2430436"/>
          <a:ext cx="1019923" cy="713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Application Generation</a:t>
          </a:r>
        </a:p>
      </dsp:txBody>
      <dsp:txXfrm>
        <a:off x="3638653" y="2465293"/>
        <a:ext cx="950209" cy="644199"/>
      </dsp:txXfrm>
    </dsp:sp>
    <dsp:sp modelId="{088766E8-41B1-44A5-8553-28874777C76B}">
      <dsp:nvSpPr>
        <dsp:cNvPr id="0" name=""/>
        <dsp:cNvSpPr/>
      </dsp:nvSpPr>
      <dsp:spPr>
        <a:xfrm>
          <a:off x="4623720" y="2498524"/>
          <a:ext cx="741795" cy="57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6D9A4-5C04-4D74-8330-F9224044D0BE}">
      <dsp:nvSpPr>
        <dsp:cNvPr id="0" name=""/>
        <dsp:cNvSpPr/>
      </dsp:nvSpPr>
      <dsp:spPr>
        <a:xfrm>
          <a:off x="4449422" y="3232397"/>
          <a:ext cx="1019923" cy="71391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Testing and Turnover</a:t>
          </a:r>
        </a:p>
      </dsp:txBody>
      <dsp:txXfrm>
        <a:off x="4484279" y="3267254"/>
        <a:ext cx="950209" cy="644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43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06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05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37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65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6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4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9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84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04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99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66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Learner’s forum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100226	</a:t>
            </a:r>
          </a:p>
          <a:p>
            <a:r>
              <a:rPr lang="en-US" dirty="0"/>
              <a:t>101292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347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background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828800" y="2192867"/>
            <a:ext cx="8534400" cy="3615267"/>
          </a:xfrm>
        </p:spPr>
        <p:txBody>
          <a:bodyPr anchor="t">
            <a:noAutofit/>
          </a:bodyPr>
          <a:lstStyle/>
          <a:p>
            <a:r>
              <a:rPr lang="en-US" sz="2400" dirty="0"/>
              <a:t>As at Year 2012, literacy level among the student was at approximate 72%, which increased to 82%, as at year 2015.</a:t>
            </a:r>
          </a:p>
          <a:p>
            <a:r>
              <a:rPr lang="en-US" sz="2400" dirty="0"/>
              <a:t>With increasing number of learners, modern and efficient methods of learning need to be innovated and applied.</a:t>
            </a:r>
          </a:p>
          <a:p>
            <a:r>
              <a:rPr lang="en-US" sz="2400" dirty="0"/>
              <a:t>Utilizing the advancement in technology, we can create an enhancement in the education sector, to upgrade the mode of learning.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46504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192867"/>
            <a:ext cx="8534400" cy="3615267"/>
          </a:xfrm>
        </p:spPr>
        <p:txBody>
          <a:bodyPr anchor="t">
            <a:normAutofit/>
          </a:bodyPr>
          <a:lstStyle/>
          <a:p>
            <a:r>
              <a:rPr lang="en-US" sz="2400" dirty="0"/>
              <a:t>Inefficient modes of learning to reach an increasing number of students and learners.</a:t>
            </a:r>
          </a:p>
          <a:p>
            <a:r>
              <a:rPr lang="en-US" sz="2400" dirty="0"/>
              <a:t>Lack of organization of online resources and credited knowledge distribution among the education sector.</a:t>
            </a:r>
          </a:p>
          <a:p>
            <a:r>
              <a:rPr lang="en-US" sz="2400" dirty="0"/>
              <a:t>Changes in curriculum are implemented slowly and are cumbersome. Delays in obtaining written resources and materials.</a:t>
            </a:r>
          </a:p>
        </p:txBody>
      </p:sp>
    </p:spTree>
    <p:extLst>
      <p:ext uri="{BB962C8B-B14F-4D97-AF65-F5344CB8AC3E}">
        <p14:creationId xmlns:p14="http://schemas.microsoft.com/office/powerpoint/2010/main" val="50874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206935"/>
            <a:ext cx="8534400" cy="3615267"/>
          </a:xfrm>
        </p:spPr>
        <p:txBody>
          <a:bodyPr anchor="t"/>
          <a:lstStyle/>
          <a:p>
            <a:pPr lvl="0"/>
            <a:r>
              <a:rPr lang="en-GB" sz="2400" dirty="0"/>
              <a:t>To investigate the challenges that learners face while accessing learning materials.</a:t>
            </a:r>
          </a:p>
          <a:p>
            <a:pPr lvl="0"/>
            <a:r>
              <a:rPr lang="en-GB" sz="2400" dirty="0"/>
              <a:t>To analyse the existing learning systems and identify its problems</a:t>
            </a:r>
          </a:p>
          <a:p>
            <a:pPr lvl="0"/>
            <a:r>
              <a:rPr lang="en-GB" sz="2400" dirty="0"/>
              <a:t>To develop test and implement a platform that will ease the automation of the learning process.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856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methodology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2548466"/>
            <a:ext cx="4412721" cy="3615267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project was developed using the Rapid Application Development (RAD) Model.</a:t>
            </a:r>
            <a:endParaRPr lang="en-GB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55388840"/>
              </p:ext>
            </p:extLst>
          </p:nvPr>
        </p:nvGraphicFramePr>
        <p:xfrm>
          <a:off x="5096933" y="2192867"/>
          <a:ext cx="6536267" cy="3970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637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en-US" dirty="0"/>
              <a:t>Use case diagram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47" t="31329" r="28873" b="13695"/>
          <a:stretch>
            <a:fillRect/>
          </a:stretch>
        </p:blipFill>
        <p:spPr bwMode="auto">
          <a:xfrm>
            <a:off x="6096000" y="2089704"/>
            <a:ext cx="5460776" cy="4409570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4576091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</TotalTime>
  <Words>189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Learner’s forum</vt:lpstr>
      <vt:lpstr>background</vt:lpstr>
      <vt:lpstr>Problem statement</vt:lpstr>
      <vt:lpstr>objectives</vt:lpstr>
      <vt:lpstr>methodology</vt:lpstr>
      <vt:lpstr>Use case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Learner’s forum</dc:title>
  <dc:creator>Raj Gami</dc:creator>
  <cp:lastModifiedBy>Amani Newton</cp:lastModifiedBy>
  <cp:revision>8</cp:revision>
  <dcterms:created xsi:type="dcterms:W3CDTF">2018-11-02T06:28:57Z</dcterms:created>
  <dcterms:modified xsi:type="dcterms:W3CDTF">2018-11-02T08:04:09Z</dcterms:modified>
</cp:coreProperties>
</file>